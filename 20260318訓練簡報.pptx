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59" r:id="rId4"/>
    <p:sldId id="270" r:id="rId5"/>
    <p:sldId id="271" r:id="rId6"/>
    <p:sldId id="258" r:id="rId7"/>
    <p:sldId id="260" r:id="rId8"/>
    <p:sldId id="262" r:id="rId9"/>
    <p:sldId id="264" r:id="rId10"/>
    <p:sldId id="266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9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</Words>
  <Application>Microsoft Office PowerPoint</Application>
  <PresentationFormat>寬螢幕</PresentationFormat>
  <Paragraphs>11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pc-2026</cp:lastModifiedBy>
  <cp:revision>2</cp:revision>
  <dcterms:created xsi:type="dcterms:W3CDTF">2026-02-27T03:31:00Z</dcterms:created>
  <dcterms:modified xsi:type="dcterms:W3CDTF">2026-02-27T03:39:12Z</dcterms:modified>
</cp:coreProperties>
</file>